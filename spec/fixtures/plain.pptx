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Plain PPTX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Fixture for password protection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